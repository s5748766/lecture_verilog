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907D3-AC52-1AD8-246D-64593BD66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E11A8F-8BED-1D91-279E-F88388A86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AB34E-0FBA-D07D-1FC8-BF702264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FED5E2-4D0A-A2B7-9E1C-A9B63D3A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265CD-B6AE-A473-FF7B-E1598A336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2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C3B46-8F80-496F-9DEC-8E22512A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640FA-B4CF-55F4-85AA-1E520D85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5F0F95-D62E-35AF-9FC0-14762D45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B4D165-15C9-8902-7640-0ECD7D95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2BB96C-E139-14B9-F7B8-92BB08DE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71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C267C-08A2-E89A-8C25-BCCC541E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723FC8-0475-D202-D135-56C1AA9AE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ABAFA6-3FEF-29B4-D6B9-DF9941DC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F69E71-7FAC-212E-580E-DB2E6912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FCA40-ECD6-AF49-333E-920FE2D87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09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B7097-20EC-F66F-6E59-2B665F4D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3EA2E5-A206-0BBB-5C5C-AD32D7280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4DACF0-1DA9-78DD-27AA-7A21EB51B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2EBD2E-74D7-FC5C-370D-BB479EC13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6808E9-0CC9-C75B-57A9-C69AE4E2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03C9F2-B6D7-6012-16EA-DADBE410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076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00B73-01A7-85E6-7AC7-9774729A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E96A6-FE54-036B-8D70-8B5236CBA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C255FD-A4B0-CFDB-F248-BAA775CE9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D43EA3-BBDE-0C91-8233-FBF56E9C5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60E149-9E4B-29BE-497C-2FB374200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360110-C782-200A-A827-476A3F68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AC7988-1C07-65F2-D0ED-10E9C610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394263-228E-4B6B-7227-39ACCDBB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04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D4781-119C-0001-DA69-9E570EB1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9DF252-8512-4E44-D71C-965AC09D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71041E-57FC-6BE8-C630-F42930F5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6E0A2-3C70-0056-F479-357F3C34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09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5E3FC5-BD28-A3AB-5DE5-3316BCBC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BE58A7-76CB-4BE3-7439-C4CAB43D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864770-F101-F113-3CA3-B2926071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92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BDB88-585C-4045-AA09-218EBA15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9BEEB3-A309-161B-A913-7BCAB4313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DA42BC-0926-44B2-D89D-FE29DDC3A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14B5F-3005-E496-99F2-580760A6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1356CF-B355-A198-7888-8F95EDA4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B90FE0-38D6-D86A-C064-FB77967C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14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72F6F-40BD-1CAE-E2E1-FACC6A42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6ADEC1-9AD4-93CF-5AFB-3A0570FAC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3D165F-2327-A586-7FFD-2559D348A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D15CAE-8444-974B-5DAB-58631F7D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076602-88EB-3940-6274-8BAA3990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775130-0B4A-EC83-CB93-E0428EC6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34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932CA-805F-5957-4581-598F3D1C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D44018-47F4-7924-39E4-2B91B0A98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55E05F-439C-2A97-5EB8-5281DF1E5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4734A4-99F9-66C8-EFA2-DEC15099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89F89A-4EDD-FC95-76F3-BBE55622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95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81EB30-F36F-C314-EED4-D58EDA8B3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2B98A-E709-02C1-2A5B-AC7340B9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40DAF2-04F7-3A2B-E886-6CF351972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5D1D62-9347-7F4C-65D0-DB56A580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FA92-20A1-6159-5591-A9E22F3A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4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55B6D3-7DAA-2806-5A7C-153A3278F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9DAA9C-A1AD-DA45-CCBC-B0C704B49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75E45F-FF92-DBF9-193A-867A05B42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BFCEF-1AD3-46BD-A3C9-0A0511720B93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1BE9A0-DE1D-780E-5C34-85D21AA68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46B670-6F6C-5A31-C9AD-C903F01B9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0A110-2A76-4CA9-B08A-B105875F7A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54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F507A4-2682-AF8B-B55F-7EBAC4C8D5D2}"/>
              </a:ext>
            </a:extLst>
          </p:cNvPr>
          <p:cNvSpPr txBox="1"/>
          <p:nvPr/>
        </p:nvSpPr>
        <p:spPr>
          <a:xfrm>
            <a:off x="412376" y="187363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D266122-E63B-83CA-20E6-F562182FF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6" y="1116754"/>
            <a:ext cx="4296375" cy="414395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1A4C0D1-D161-989F-A7B8-3A691701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14" y="1116754"/>
            <a:ext cx="2152950" cy="39534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656976-ECE8-F4D3-3D89-2D2DA8AC8E77}"/>
              </a:ext>
            </a:extLst>
          </p:cNvPr>
          <p:cNvSpPr txBox="1"/>
          <p:nvPr/>
        </p:nvSpPr>
        <p:spPr>
          <a:xfrm>
            <a:off x="412377" y="556695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encoder.v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4D8F1E-7B5E-4F32-F33F-D2C0EB079677}"/>
              </a:ext>
            </a:extLst>
          </p:cNvPr>
          <p:cNvSpPr txBox="1"/>
          <p:nvPr/>
        </p:nvSpPr>
        <p:spPr>
          <a:xfrm>
            <a:off x="6749714" y="556695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tb_encoder.v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99AD5-F16D-B195-F375-C9B829485ACB}"/>
              </a:ext>
            </a:extLst>
          </p:cNvPr>
          <p:cNvSpPr txBox="1"/>
          <p:nvPr/>
        </p:nvSpPr>
        <p:spPr>
          <a:xfrm>
            <a:off x="412377" y="5260707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 </a:t>
            </a:r>
            <a:r>
              <a:rPr lang="ko-KR" altLang="en-US" dirty="0"/>
              <a:t>시뮬레이션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7A2842-D718-8B8D-53AA-AF402C22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34" y="5630039"/>
            <a:ext cx="10431331" cy="743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C2E1B2-4ED2-7E77-DC45-CD5B5AD02430}"/>
              </a:ext>
            </a:extLst>
          </p:cNvPr>
          <p:cNvSpPr txBox="1"/>
          <p:nvPr/>
        </p:nvSpPr>
        <p:spPr>
          <a:xfrm>
            <a:off x="4061012" y="6328199"/>
            <a:ext cx="765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0       1       2       3       4      5       6      7       8       9    </a:t>
            </a:r>
            <a:r>
              <a:rPr lang="en-US" altLang="ko-KR" dirty="0" err="1"/>
              <a:t>defalut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5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E088DA-7E2A-DBE6-6E8F-00DE84E2BC29}"/>
              </a:ext>
            </a:extLst>
          </p:cNvPr>
          <p:cNvSpPr txBox="1"/>
          <p:nvPr/>
        </p:nvSpPr>
        <p:spPr>
          <a:xfrm>
            <a:off x="412376" y="187363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97BF5-1323-5255-99F6-6EA8C0C60037}"/>
              </a:ext>
            </a:extLst>
          </p:cNvPr>
          <p:cNvSpPr txBox="1"/>
          <p:nvPr/>
        </p:nvSpPr>
        <p:spPr>
          <a:xfrm>
            <a:off x="412377" y="556695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decoder.v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4BD7A-E6ED-FAA0-D456-5894014DEB6C}"/>
              </a:ext>
            </a:extLst>
          </p:cNvPr>
          <p:cNvSpPr txBox="1"/>
          <p:nvPr/>
        </p:nvSpPr>
        <p:spPr>
          <a:xfrm>
            <a:off x="6749714" y="556695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tb_decoder.v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119021-E11D-A118-6CFC-F5231876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6" y="926027"/>
            <a:ext cx="2629267" cy="39534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FEBA733-854F-BFC0-E080-44CED25A9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714" y="926027"/>
            <a:ext cx="2086266" cy="25149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7CC1C5-95EC-E219-AEE7-DD7FD374227E}"/>
              </a:ext>
            </a:extLst>
          </p:cNvPr>
          <p:cNvSpPr txBox="1"/>
          <p:nvPr/>
        </p:nvSpPr>
        <p:spPr>
          <a:xfrm>
            <a:off x="412377" y="4879454"/>
            <a:ext cx="268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 </a:t>
            </a:r>
            <a:r>
              <a:rPr lang="ko-KR" altLang="en-US" dirty="0"/>
              <a:t>시뮬레이션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6D41DE-838B-620F-4C64-6FA380580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76" y="5272383"/>
            <a:ext cx="11367248" cy="65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4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82B2C-2D7D-1853-5279-473868ADC44B}"/>
              </a:ext>
            </a:extLst>
          </p:cNvPr>
          <p:cNvSpPr txBox="1"/>
          <p:nvPr/>
        </p:nvSpPr>
        <p:spPr>
          <a:xfrm>
            <a:off x="412376" y="187363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 &amp; decoder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72DF79-1D07-2420-C875-26CAF5B9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6" y="926027"/>
            <a:ext cx="3400900" cy="4505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C8F779-5B83-6BEC-BC2A-5412465512EA}"/>
              </a:ext>
            </a:extLst>
          </p:cNvPr>
          <p:cNvSpPr txBox="1"/>
          <p:nvPr/>
        </p:nvSpPr>
        <p:spPr>
          <a:xfrm>
            <a:off x="412376" y="556695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enc_dec_top.v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1A9EB5-5192-E931-C853-7FCEE7190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997" y="899759"/>
            <a:ext cx="3982006" cy="5058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68118D-76E2-AFA6-209B-0CAC51BF0C10}"/>
              </a:ext>
            </a:extLst>
          </p:cNvPr>
          <p:cNvSpPr txBox="1"/>
          <p:nvPr/>
        </p:nvSpPr>
        <p:spPr>
          <a:xfrm>
            <a:off x="4104997" y="556695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tb_enc_dec_top.v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8CBB5C8-2B61-71B6-0359-7846EA88A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003" y="1018838"/>
            <a:ext cx="3962953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1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4CD7DC-E004-5923-59AB-56F89D84BEE5}"/>
              </a:ext>
            </a:extLst>
          </p:cNvPr>
          <p:cNvSpPr txBox="1"/>
          <p:nvPr/>
        </p:nvSpPr>
        <p:spPr>
          <a:xfrm>
            <a:off x="412376" y="187363"/>
            <a:ext cx="434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 &amp; decoder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32E985-AA1B-CDA1-1B7F-6D4AE38DE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1997847"/>
            <a:ext cx="9897856" cy="2324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48F77E-F589-714B-2C85-25923C04B534}"/>
              </a:ext>
            </a:extLst>
          </p:cNvPr>
          <p:cNvSpPr txBox="1"/>
          <p:nvPr/>
        </p:nvSpPr>
        <p:spPr>
          <a:xfrm>
            <a:off x="412377" y="1628515"/>
            <a:ext cx="383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 &amp; decoder </a:t>
            </a:r>
            <a:r>
              <a:rPr lang="ko-KR" altLang="en-US" dirty="0"/>
              <a:t>시뮬레이션</a:t>
            </a:r>
          </a:p>
        </p:txBody>
      </p:sp>
    </p:spTree>
    <p:extLst>
      <p:ext uri="{BB962C8B-B14F-4D97-AF65-F5344CB8AC3E}">
        <p14:creationId xmlns:p14="http://schemas.microsoft.com/office/powerpoint/2010/main" val="1422038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59</Words>
  <Application>Microsoft Office PowerPoint</Application>
  <PresentationFormat>와이드스크린</PresentationFormat>
  <Paragraphs>14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SHIN</dc:creator>
  <cp:lastModifiedBy>Caleb SHIN</cp:lastModifiedBy>
  <cp:revision>5</cp:revision>
  <dcterms:created xsi:type="dcterms:W3CDTF">2025-09-17T06:35:09Z</dcterms:created>
  <dcterms:modified xsi:type="dcterms:W3CDTF">2025-09-17T10:05:58Z</dcterms:modified>
</cp:coreProperties>
</file>