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BFB6D-A6DD-A092-BC3D-B2C204644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223C2D-604E-2BA3-4B6E-23B3AF807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B9E731-E608-47E0-5C08-42D75C39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37BF3-2A3B-6CF0-60DF-ECBF088F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B2DAB-9B76-055E-1E94-B188A5ED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67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AFAB9-900B-514E-E037-0CD9BB7E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709D32-4F6E-E4A9-6A7B-C4B04295B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EC75FB-94B0-F4A2-B051-688F7FD8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CE3385-2396-414A-C92D-52806D40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72253-757F-403D-1E00-1DBAE7C0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B287D-294A-463F-AA05-3F8CA182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E6ECF9-9F8B-B81B-6C83-75F6394D1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817666-EBA9-E929-5C4B-5E30B8E3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2C9331-7E52-DBA4-DCCB-9DB1218E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9CF6D8-BE4C-24AE-24A8-D3B1C415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65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EDE96-6381-2823-03FC-DE9BE500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6D66EB-FCD3-5661-4A14-1C3FBE0D5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530207-47A1-7BD2-16EE-5A7BE5A83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BE49F8-C2F1-F07C-A303-81C8B80B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75143A-1EC8-382A-2F61-1A39B433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29CAEA-18ED-143C-678F-EF1BE06A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47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53EC-D0D8-130E-11CC-AB23146D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5A8821-F8EF-AFAC-D770-92869EAC7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7A9342-EB8A-DDF5-F5A1-F74D85D43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E3053E-0E82-011E-E65D-12A4D9B21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B950A2-BC13-C96A-79C6-6D1CA659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E2C092-1D50-8B5A-594C-2633B97D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0E94A7-2B2F-6737-1243-466E712F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70F885-46CF-E075-92A6-151081F6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23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718F6-A223-0434-A94A-FA17936C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EBC6A7-4283-6030-C7D4-3674243F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A3A482-916F-4DB8-EC7F-F5F41B26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EF65A9-2E96-90FE-3549-E9D31E55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7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3D6354-687B-F4E2-3CC3-E9357F4F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9742A9-E25F-63B7-390A-ACD738A5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0F6E71-1BA5-DE96-8B4B-4A872BE3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75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C09CF-AA2C-DAC8-5EE0-754C13C1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A1DCC-223F-434B-CA46-24E16CA5E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A9634D-C27A-F8BD-BD57-ECE20AE01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DAFB57-666E-11ED-4CE1-FD33F28E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6A67DB-29EE-DD96-5A05-32EC7111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C8E0B7-9E61-567D-4AA6-124A1E7E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17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FEB5F-4BAC-90A5-A8A2-65E63F09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CDE9A7-2323-592D-774D-FDDB9686E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8CB07E-964E-2D0B-6B27-12304689D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3B8CBA-B650-C7CF-19DB-17367DF9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16A952-E0F3-BC96-D2BF-6F7D99D4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DE649A-C830-BFE2-8EBF-C8492BC0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73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1D8BB-300B-F8F1-2432-14B7223F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583105-0E6C-3513-0729-6C863EF5E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1E4044-2E4B-425B-E1E2-CA134F45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B434C7-4B6A-4D7F-5262-81C235FA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86437-951D-2A40-D604-0D7A49F6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77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2F4DB66-971F-364C-5676-8580D5E0A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8AEAB0-A2A5-781E-7033-CA9044FD8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815A6-036F-9C51-94E9-EFDF2091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A5F33-354F-0080-4766-36DC787F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E0651-7DEE-5A91-081C-67781BC7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28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ACB822-EA85-5102-A36E-9763BECAB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9B450A-14A6-62C5-F423-E49FB4C5E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CD0F9-6B40-DE76-6365-9E13E3E9F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001BB-2A9D-4CCD-B3C6-88037D6A9AF8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1DD07-C704-FEC3-3A3D-B64787FA7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193801-F796-9CB7-1E65-69C1AE4CE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6B042-3E1F-49B4-9EE7-C0C80F4AA9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14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25FE2A-E095-29AD-84A5-9857D1BA6A23}"/>
              </a:ext>
            </a:extLst>
          </p:cNvPr>
          <p:cNvSpPr/>
          <p:nvPr/>
        </p:nvSpPr>
        <p:spPr>
          <a:xfrm>
            <a:off x="3564292" y="850162"/>
            <a:ext cx="4579200" cy="45789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	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0C320D-3C78-27D6-0258-DB26BAC3FD3F}"/>
              </a:ext>
            </a:extLst>
          </p:cNvPr>
          <p:cNvSpPr/>
          <p:nvPr/>
        </p:nvSpPr>
        <p:spPr>
          <a:xfrm>
            <a:off x="3220498" y="850162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6007E11-30D3-0EDD-AC66-C24FF85CDCCE}"/>
              </a:ext>
            </a:extLst>
          </p:cNvPr>
          <p:cNvSpPr/>
          <p:nvPr/>
        </p:nvSpPr>
        <p:spPr>
          <a:xfrm>
            <a:off x="3220498" y="1183004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1A9AD53-3698-36F9-625E-D8250C716565}"/>
              </a:ext>
            </a:extLst>
          </p:cNvPr>
          <p:cNvSpPr/>
          <p:nvPr/>
        </p:nvSpPr>
        <p:spPr>
          <a:xfrm>
            <a:off x="3220498" y="151584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540764A-0C85-FAD8-A37A-2F1E66889596}"/>
              </a:ext>
            </a:extLst>
          </p:cNvPr>
          <p:cNvSpPr/>
          <p:nvPr/>
        </p:nvSpPr>
        <p:spPr>
          <a:xfrm>
            <a:off x="3220498" y="1848688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49763A-46F6-2BAB-8F95-C9DBD953537A}"/>
              </a:ext>
            </a:extLst>
          </p:cNvPr>
          <p:cNvSpPr/>
          <p:nvPr/>
        </p:nvSpPr>
        <p:spPr>
          <a:xfrm>
            <a:off x="3220498" y="2181530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771CCC-A234-00C0-88C4-5D2CB448EDEF}"/>
              </a:ext>
            </a:extLst>
          </p:cNvPr>
          <p:cNvSpPr/>
          <p:nvPr/>
        </p:nvSpPr>
        <p:spPr>
          <a:xfrm>
            <a:off x="3220498" y="2514372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5DD30D1-3B68-6BCD-7CDF-3ADFB4668CED}"/>
              </a:ext>
            </a:extLst>
          </p:cNvPr>
          <p:cNvSpPr/>
          <p:nvPr/>
        </p:nvSpPr>
        <p:spPr>
          <a:xfrm>
            <a:off x="3220498" y="2847214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CF66066-F77F-8F42-C3ED-B6C9818EAD1C}"/>
              </a:ext>
            </a:extLst>
          </p:cNvPr>
          <p:cNvSpPr/>
          <p:nvPr/>
        </p:nvSpPr>
        <p:spPr>
          <a:xfrm>
            <a:off x="3220498" y="31800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CEAB1C2-4D08-031E-622A-DF93045B0842}"/>
              </a:ext>
            </a:extLst>
          </p:cNvPr>
          <p:cNvSpPr/>
          <p:nvPr/>
        </p:nvSpPr>
        <p:spPr>
          <a:xfrm>
            <a:off x="3220498" y="3512898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725696-50D6-5140-3136-260BDB540ACF}"/>
              </a:ext>
            </a:extLst>
          </p:cNvPr>
          <p:cNvSpPr/>
          <p:nvPr/>
        </p:nvSpPr>
        <p:spPr>
          <a:xfrm>
            <a:off x="3220498" y="3845740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D3EF96D-C3D0-3F71-A6C2-69F53A77E563}"/>
              </a:ext>
            </a:extLst>
          </p:cNvPr>
          <p:cNvSpPr/>
          <p:nvPr/>
        </p:nvSpPr>
        <p:spPr>
          <a:xfrm>
            <a:off x="3220498" y="4178582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2119F7C-9ED5-FCD4-AF4E-B52B1E236BB9}"/>
              </a:ext>
            </a:extLst>
          </p:cNvPr>
          <p:cNvSpPr/>
          <p:nvPr/>
        </p:nvSpPr>
        <p:spPr>
          <a:xfrm>
            <a:off x="3220498" y="4511424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2458146-3D6D-C26B-CDBC-0D834D29A67F}"/>
              </a:ext>
            </a:extLst>
          </p:cNvPr>
          <p:cNvSpPr/>
          <p:nvPr/>
        </p:nvSpPr>
        <p:spPr>
          <a:xfrm>
            <a:off x="3220498" y="484426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7BEA17-CDF6-175C-1E16-88FD16DAE3AE}"/>
              </a:ext>
            </a:extLst>
          </p:cNvPr>
          <p:cNvSpPr/>
          <p:nvPr/>
        </p:nvSpPr>
        <p:spPr>
          <a:xfrm>
            <a:off x="3220498" y="5177103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3AAC97F-8A9A-1828-FC9D-B61E284EF8A8}"/>
              </a:ext>
            </a:extLst>
          </p:cNvPr>
          <p:cNvSpPr/>
          <p:nvPr/>
        </p:nvSpPr>
        <p:spPr>
          <a:xfrm rot="5400000">
            <a:off x="7891492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A732542-BAD8-8C48-6F1F-BAE21FA1C2E7}"/>
              </a:ext>
            </a:extLst>
          </p:cNvPr>
          <p:cNvSpPr/>
          <p:nvPr/>
        </p:nvSpPr>
        <p:spPr>
          <a:xfrm rot="5400000">
            <a:off x="7558650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C0DA1DE-0B88-E120-BCBA-5786912BDD5A}"/>
              </a:ext>
            </a:extLst>
          </p:cNvPr>
          <p:cNvSpPr/>
          <p:nvPr/>
        </p:nvSpPr>
        <p:spPr>
          <a:xfrm rot="5400000">
            <a:off x="7225808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91B7104-2D97-A86C-0A4A-C7642379D790}"/>
              </a:ext>
            </a:extLst>
          </p:cNvPr>
          <p:cNvSpPr/>
          <p:nvPr/>
        </p:nvSpPr>
        <p:spPr>
          <a:xfrm rot="5400000">
            <a:off x="6892966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1C3274A-C798-E6A3-A0E0-EC23C998E081}"/>
              </a:ext>
            </a:extLst>
          </p:cNvPr>
          <p:cNvSpPr/>
          <p:nvPr/>
        </p:nvSpPr>
        <p:spPr>
          <a:xfrm rot="5400000">
            <a:off x="6560124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C13ECE3-D597-8BD0-4445-8C2E454F729D}"/>
              </a:ext>
            </a:extLst>
          </p:cNvPr>
          <p:cNvSpPr/>
          <p:nvPr/>
        </p:nvSpPr>
        <p:spPr>
          <a:xfrm rot="5400000">
            <a:off x="6227282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B22E25B-A9C7-1BA6-E124-1CCE8527B1C3}"/>
              </a:ext>
            </a:extLst>
          </p:cNvPr>
          <p:cNvSpPr/>
          <p:nvPr/>
        </p:nvSpPr>
        <p:spPr>
          <a:xfrm rot="5400000">
            <a:off x="5894440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E12FAFB-E82B-DFD1-BEE6-2855806C9C4A}"/>
              </a:ext>
            </a:extLst>
          </p:cNvPr>
          <p:cNvSpPr/>
          <p:nvPr/>
        </p:nvSpPr>
        <p:spPr>
          <a:xfrm rot="5400000">
            <a:off x="5561598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02CFCF8-AAB0-DF41-84FB-B7D946CAF6FB}"/>
              </a:ext>
            </a:extLst>
          </p:cNvPr>
          <p:cNvSpPr/>
          <p:nvPr/>
        </p:nvSpPr>
        <p:spPr>
          <a:xfrm rot="5400000">
            <a:off x="5228756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55865C8-CC76-F295-7006-C2E0EFABA1AC}"/>
              </a:ext>
            </a:extLst>
          </p:cNvPr>
          <p:cNvSpPr/>
          <p:nvPr/>
        </p:nvSpPr>
        <p:spPr>
          <a:xfrm rot="5400000">
            <a:off x="4895914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7338CD2-E9B1-31FA-8242-AE0758305E92}"/>
              </a:ext>
            </a:extLst>
          </p:cNvPr>
          <p:cNvSpPr/>
          <p:nvPr/>
        </p:nvSpPr>
        <p:spPr>
          <a:xfrm rot="5400000">
            <a:off x="4563072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89572DA-12D1-9FAE-92B6-2AA743A07383}"/>
              </a:ext>
            </a:extLst>
          </p:cNvPr>
          <p:cNvSpPr/>
          <p:nvPr/>
        </p:nvSpPr>
        <p:spPr>
          <a:xfrm rot="5400000">
            <a:off x="4230230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4AE5881-B1AF-5EFD-89C8-943637782263}"/>
              </a:ext>
            </a:extLst>
          </p:cNvPr>
          <p:cNvSpPr/>
          <p:nvPr/>
        </p:nvSpPr>
        <p:spPr>
          <a:xfrm rot="5400000">
            <a:off x="3897388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61BA833-F7C2-B647-5880-90E4C2090DA7}"/>
              </a:ext>
            </a:extLst>
          </p:cNvPr>
          <p:cNvSpPr/>
          <p:nvPr/>
        </p:nvSpPr>
        <p:spPr>
          <a:xfrm rot="5400000">
            <a:off x="3564551" y="55231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A2AD320-5E4C-5C01-0184-6B3D6701E96E}"/>
              </a:ext>
            </a:extLst>
          </p:cNvPr>
          <p:cNvSpPr/>
          <p:nvPr/>
        </p:nvSpPr>
        <p:spPr>
          <a:xfrm>
            <a:off x="8235286" y="850162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FC98611-4B53-7576-82B5-6512F010FC26}"/>
              </a:ext>
            </a:extLst>
          </p:cNvPr>
          <p:cNvSpPr/>
          <p:nvPr/>
        </p:nvSpPr>
        <p:spPr>
          <a:xfrm>
            <a:off x="8235286" y="1183004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BCB7C79-051B-A0B9-5C0A-3CFCCE7CBE86}"/>
              </a:ext>
            </a:extLst>
          </p:cNvPr>
          <p:cNvSpPr/>
          <p:nvPr/>
        </p:nvSpPr>
        <p:spPr>
          <a:xfrm>
            <a:off x="8235286" y="151584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4060F48-9954-8989-A04D-BDDFABB0FD95}"/>
              </a:ext>
            </a:extLst>
          </p:cNvPr>
          <p:cNvSpPr/>
          <p:nvPr/>
        </p:nvSpPr>
        <p:spPr>
          <a:xfrm>
            <a:off x="8235286" y="1848688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8031D3D-651F-1D5F-1023-3C2171A67CF6}"/>
              </a:ext>
            </a:extLst>
          </p:cNvPr>
          <p:cNvSpPr/>
          <p:nvPr/>
        </p:nvSpPr>
        <p:spPr>
          <a:xfrm>
            <a:off x="8235286" y="2181530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4770EA9-A20D-0747-5842-3F35F9558B03}"/>
              </a:ext>
            </a:extLst>
          </p:cNvPr>
          <p:cNvSpPr/>
          <p:nvPr/>
        </p:nvSpPr>
        <p:spPr>
          <a:xfrm>
            <a:off x="8235286" y="2514372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1FF267C-3B07-D8C0-1F39-1AA7EC9D951D}"/>
              </a:ext>
            </a:extLst>
          </p:cNvPr>
          <p:cNvSpPr/>
          <p:nvPr/>
        </p:nvSpPr>
        <p:spPr>
          <a:xfrm>
            <a:off x="8235286" y="2847214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88391E9-5C95-0066-5A54-2ED6105D7F7F}"/>
              </a:ext>
            </a:extLst>
          </p:cNvPr>
          <p:cNvSpPr/>
          <p:nvPr/>
        </p:nvSpPr>
        <p:spPr>
          <a:xfrm>
            <a:off x="8235286" y="318005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9B3167E-A343-85E6-AA94-AF850FE676E7}"/>
              </a:ext>
            </a:extLst>
          </p:cNvPr>
          <p:cNvSpPr/>
          <p:nvPr/>
        </p:nvSpPr>
        <p:spPr>
          <a:xfrm>
            <a:off x="8235286" y="3512898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D617E7B-5587-0B08-6EC8-7A2D5E15A652}"/>
              </a:ext>
            </a:extLst>
          </p:cNvPr>
          <p:cNvSpPr/>
          <p:nvPr/>
        </p:nvSpPr>
        <p:spPr>
          <a:xfrm>
            <a:off x="8235286" y="3845740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5E0A6DA-B3FD-CC8D-7A8D-35592E00EBA8}"/>
              </a:ext>
            </a:extLst>
          </p:cNvPr>
          <p:cNvSpPr/>
          <p:nvPr/>
        </p:nvSpPr>
        <p:spPr>
          <a:xfrm>
            <a:off x="8235286" y="4178582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F56119E-48AC-BBD6-3E81-89BCD10481EE}"/>
              </a:ext>
            </a:extLst>
          </p:cNvPr>
          <p:cNvSpPr/>
          <p:nvPr/>
        </p:nvSpPr>
        <p:spPr>
          <a:xfrm>
            <a:off x="8235286" y="4511424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2B4C656-BBE4-5C98-9874-F0621014C8C0}"/>
              </a:ext>
            </a:extLst>
          </p:cNvPr>
          <p:cNvSpPr/>
          <p:nvPr/>
        </p:nvSpPr>
        <p:spPr>
          <a:xfrm>
            <a:off x="8235286" y="4844266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9FB1A8C-4536-365D-BB26-8B04BE18B7FD}"/>
              </a:ext>
            </a:extLst>
          </p:cNvPr>
          <p:cNvSpPr/>
          <p:nvPr/>
        </p:nvSpPr>
        <p:spPr>
          <a:xfrm>
            <a:off x="8235286" y="5177103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0E12FA9-1DDC-2198-04FD-1D2C83047318}"/>
              </a:ext>
            </a:extLst>
          </p:cNvPr>
          <p:cNvSpPr/>
          <p:nvPr/>
        </p:nvSpPr>
        <p:spPr>
          <a:xfrm rot="5400000">
            <a:off x="7891493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A2F39F8-A45B-F96F-3B63-96369088478E}"/>
              </a:ext>
            </a:extLst>
          </p:cNvPr>
          <p:cNvSpPr/>
          <p:nvPr/>
        </p:nvSpPr>
        <p:spPr>
          <a:xfrm rot="5400000">
            <a:off x="7558651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8B1E56C-A927-F7BF-C42E-43DE3C847A00}"/>
              </a:ext>
            </a:extLst>
          </p:cNvPr>
          <p:cNvSpPr/>
          <p:nvPr/>
        </p:nvSpPr>
        <p:spPr>
          <a:xfrm rot="5400000">
            <a:off x="7225809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895D7C0-A16D-6566-2229-BD84A9A8BFF7}"/>
              </a:ext>
            </a:extLst>
          </p:cNvPr>
          <p:cNvSpPr/>
          <p:nvPr/>
        </p:nvSpPr>
        <p:spPr>
          <a:xfrm rot="5400000">
            <a:off x="6892967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3279449-51E2-E402-86E9-054A660ECE39}"/>
              </a:ext>
            </a:extLst>
          </p:cNvPr>
          <p:cNvSpPr/>
          <p:nvPr/>
        </p:nvSpPr>
        <p:spPr>
          <a:xfrm rot="5400000">
            <a:off x="6560125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B5CBEE2-45A1-6B4E-12E2-25AEA403EBA4}"/>
              </a:ext>
            </a:extLst>
          </p:cNvPr>
          <p:cNvSpPr/>
          <p:nvPr/>
        </p:nvSpPr>
        <p:spPr>
          <a:xfrm rot="5400000">
            <a:off x="6227283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CA2A6704-364E-9819-04FB-F4405D6ED92B}"/>
              </a:ext>
            </a:extLst>
          </p:cNvPr>
          <p:cNvSpPr/>
          <p:nvPr/>
        </p:nvSpPr>
        <p:spPr>
          <a:xfrm rot="5400000">
            <a:off x="5894441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0C5436B-5B84-AE3B-F999-E4FAA7F56996}"/>
              </a:ext>
            </a:extLst>
          </p:cNvPr>
          <p:cNvSpPr/>
          <p:nvPr/>
        </p:nvSpPr>
        <p:spPr>
          <a:xfrm rot="5400000">
            <a:off x="5561599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70CCFCC-86E6-E686-752B-76D69006A4C9}"/>
              </a:ext>
            </a:extLst>
          </p:cNvPr>
          <p:cNvSpPr/>
          <p:nvPr/>
        </p:nvSpPr>
        <p:spPr>
          <a:xfrm rot="5400000">
            <a:off x="5228757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7A89853-DCB2-C872-3921-1E22233B2590}"/>
              </a:ext>
            </a:extLst>
          </p:cNvPr>
          <p:cNvSpPr/>
          <p:nvPr/>
        </p:nvSpPr>
        <p:spPr>
          <a:xfrm rot="5400000">
            <a:off x="4895915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84DDE32-DD61-9162-C7D1-F99E1B211F78}"/>
              </a:ext>
            </a:extLst>
          </p:cNvPr>
          <p:cNvSpPr/>
          <p:nvPr/>
        </p:nvSpPr>
        <p:spPr>
          <a:xfrm rot="5400000">
            <a:off x="4563073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AB4DBC6-B0B3-226C-4481-32D7D93C9A04}"/>
              </a:ext>
            </a:extLst>
          </p:cNvPr>
          <p:cNvSpPr/>
          <p:nvPr/>
        </p:nvSpPr>
        <p:spPr>
          <a:xfrm rot="5400000">
            <a:off x="4230231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CBCF3BB-02D3-3D31-B337-E97F5DF5E163}"/>
              </a:ext>
            </a:extLst>
          </p:cNvPr>
          <p:cNvSpPr/>
          <p:nvPr/>
        </p:nvSpPr>
        <p:spPr>
          <a:xfrm rot="5400000">
            <a:off x="3897389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A8A6850-DCF3-6B38-562B-809259014068}"/>
              </a:ext>
            </a:extLst>
          </p:cNvPr>
          <p:cNvSpPr/>
          <p:nvPr/>
        </p:nvSpPr>
        <p:spPr>
          <a:xfrm rot="5400000">
            <a:off x="3564552" y="50410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FE3F2B8-4923-7006-B3C3-F24CF36BE466}"/>
              </a:ext>
            </a:extLst>
          </p:cNvPr>
          <p:cNvSpPr txBox="1"/>
          <p:nvPr/>
        </p:nvSpPr>
        <p:spPr>
          <a:xfrm>
            <a:off x="2878738" y="85594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S2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CABC9FB-E2E9-1503-CC3C-30D934A9BB5C}"/>
              </a:ext>
            </a:extLst>
          </p:cNvPr>
          <p:cNvSpPr txBox="1"/>
          <p:nvPr/>
        </p:nvSpPr>
        <p:spPr>
          <a:xfrm>
            <a:off x="2878738" y="1188779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S3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265E560-7327-7057-5B23-9129EFE3041A}"/>
              </a:ext>
            </a:extLst>
          </p:cNvPr>
          <p:cNvSpPr txBox="1"/>
          <p:nvPr/>
        </p:nvSpPr>
        <p:spPr>
          <a:xfrm>
            <a:off x="2731400" y="1515837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VINH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449EF0A-2D5D-736B-E9DF-896BDC2684FB}"/>
              </a:ext>
            </a:extLst>
          </p:cNvPr>
          <p:cNvSpPr txBox="1"/>
          <p:nvPr/>
        </p:nvSpPr>
        <p:spPr>
          <a:xfrm>
            <a:off x="2734606" y="1848675"/>
            <a:ext cx="481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VING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9B64BE8-2AC0-7F4E-06CD-A7F22E3C8DBA}"/>
              </a:ext>
            </a:extLst>
          </p:cNvPr>
          <p:cNvSpPr txBox="1"/>
          <p:nvPr/>
        </p:nvSpPr>
        <p:spPr>
          <a:xfrm>
            <a:off x="2753704" y="2187302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VINF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4C41F1D-B20B-981E-C4BE-7B33C118BCDE}"/>
              </a:ext>
            </a:extLst>
          </p:cNvPr>
          <p:cNvSpPr txBox="1"/>
          <p:nvPr/>
        </p:nvSpPr>
        <p:spPr>
          <a:xfrm>
            <a:off x="2748894" y="2520151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D790110-D9CC-9C2C-F59E-6D83A239806D}"/>
              </a:ext>
            </a:extLst>
          </p:cNvPr>
          <p:cNvSpPr txBox="1"/>
          <p:nvPr/>
        </p:nvSpPr>
        <p:spPr>
          <a:xfrm>
            <a:off x="2731400" y="2847221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VIND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64D6CC-CFA0-1708-AA1E-2F7901C38F92}"/>
              </a:ext>
            </a:extLst>
          </p:cNvPr>
          <p:cNvSpPr txBox="1"/>
          <p:nvPr/>
        </p:nvSpPr>
        <p:spPr>
          <a:xfrm>
            <a:off x="2742482" y="3185821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VINC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C19415-1C4B-DA24-A370-9E124B29D866}"/>
              </a:ext>
            </a:extLst>
          </p:cNvPr>
          <p:cNvSpPr txBox="1"/>
          <p:nvPr/>
        </p:nvSpPr>
        <p:spPr>
          <a:xfrm>
            <a:off x="2742482" y="3518683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VINB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A44239-6B8D-6916-EE4F-3DB1CE41E546}"/>
              </a:ext>
            </a:extLst>
          </p:cNvPr>
          <p:cNvSpPr txBox="1"/>
          <p:nvPr/>
        </p:nvSpPr>
        <p:spPr>
          <a:xfrm>
            <a:off x="2742482" y="3851521"/>
            <a:ext cx="481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VINA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29E3E1-BD1E-AA3D-E60A-2CF511FD65CE}"/>
              </a:ext>
            </a:extLst>
          </p:cNvPr>
          <p:cNvSpPr txBox="1"/>
          <p:nvPr/>
        </p:nvSpPr>
        <p:spPr>
          <a:xfrm>
            <a:off x="2742482" y="4181469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VINP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066DF04-095E-9006-3C3C-4462860EB793}"/>
              </a:ext>
            </a:extLst>
          </p:cNvPr>
          <p:cNvSpPr txBox="1"/>
          <p:nvPr/>
        </p:nvSpPr>
        <p:spPr>
          <a:xfrm>
            <a:off x="2731400" y="4511417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VINO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5408D20-0372-C411-CE70-587AA68473FD}"/>
              </a:ext>
            </a:extLst>
          </p:cNvPr>
          <p:cNvSpPr txBox="1"/>
          <p:nvPr/>
        </p:nvSpPr>
        <p:spPr>
          <a:xfrm>
            <a:off x="2731400" y="4850061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VINN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95528AA-691F-ED41-6A57-17A7809C5AB3}"/>
              </a:ext>
            </a:extLst>
          </p:cNvPr>
          <p:cNvSpPr txBox="1"/>
          <p:nvPr/>
        </p:nvSpPr>
        <p:spPr>
          <a:xfrm>
            <a:off x="2712164" y="5182893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VINM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5ECB749-E9C0-15E1-5C3B-DEC9B9638230}"/>
              </a:ext>
            </a:extLst>
          </p:cNvPr>
          <p:cNvSpPr txBox="1"/>
          <p:nvPr/>
        </p:nvSpPr>
        <p:spPr>
          <a:xfrm rot="16200000">
            <a:off x="3454814" y="5978694"/>
            <a:ext cx="4651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VINL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F2C35B6-DA0E-0C84-E07D-686036C1F60B}"/>
              </a:ext>
            </a:extLst>
          </p:cNvPr>
          <p:cNvSpPr txBox="1"/>
          <p:nvPr/>
        </p:nvSpPr>
        <p:spPr>
          <a:xfrm rot="16200000">
            <a:off x="3784385" y="5985105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VINK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D24A41-E12F-57CD-ACBC-3897BD5BC27B}"/>
              </a:ext>
            </a:extLst>
          </p:cNvPr>
          <p:cNvSpPr txBox="1"/>
          <p:nvPr/>
        </p:nvSpPr>
        <p:spPr>
          <a:xfrm rot="16200000">
            <a:off x="4128449" y="5973882"/>
            <a:ext cx="455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VINJ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684932C-31F9-E04D-BD5C-CE266122328E}"/>
              </a:ext>
            </a:extLst>
          </p:cNvPr>
          <p:cNvSpPr txBox="1"/>
          <p:nvPr/>
        </p:nvSpPr>
        <p:spPr>
          <a:xfrm rot="16200000">
            <a:off x="4477805" y="5960257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VINI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0BECBE5-EF43-A141-6238-BEA08BEA6D50}"/>
              </a:ext>
            </a:extLst>
          </p:cNvPr>
          <p:cNvSpPr txBox="1"/>
          <p:nvPr/>
        </p:nvSpPr>
        <p:spPr>
          <a:xfrm rot="16200000">
            <a:off x="4857072" y="591697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S1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BF138BC-9D18-58E8-C3C6-0FC84804D267}"/>
              </a:ext>
            </a:extLst>
          </p:cNvPr>
          <p:cNvSpPr txBox="1"/>
          <p:nvPr/>
        </p:nvSpPr>
        <p:spPr>
          <a:xfrm rot="16200000">
            <a:off x="5189914" y="591697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S0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E5A1D9C-5DEF-AC62-A84C-C6E68BC0A980}"/>
              </a:ext>
            </a:extLst>
          </p:cNvPr>
          <p:cNvSpPr txBox="1"/>
          <p:nvPr/>
        </p:nvSpPr>
        <p:spPr>
          <a:xfrm rot="16200000">
            <a:off x="6641784" y="6126165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HA_COUT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D6D35DA-8F58-8C08-0135-228923576A9F}"/>
              </a:ext>
            </a:extLst>
          </p:cNvPr>
          <p:cNvSpPr txBox="1"/>
          <p:nvPr/>
        </p:nvSpPr>
        <p:spPr>
          <a:xfrm rot="16200000">
            <a:off x="7057685" y="6037199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HA_S0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B3FE7F9-50C6-4E5E-E9D5-29D935F37D2E}"/>
              </a:ext>
            </a:extLst>
          </p:cNvPr>
          <p:cNvSpPr txBox="1"/>
          <p:nvPr/>
        </p:nvSpPr>
        <p:spPr>
          <a:xfrm rot="16200000">
            <a:off x="7188678" y="6241806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4BIT_SUB_S0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E967D6E-62C2-ED36-9006-728EC421886F}"/>
              </a:ext>
            </a:extLst>
          </p:cNvPr>
          <p:cNvSpPr txBox="1"/>
          <p:nvPr/>
        </p:nvSpPr>
        <p:spPr>
          <a:xfrm>
            <a:off x="8579080" y="855941"/>
            <a:ext cx="4283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VSS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D52A2C4-2C38-BBF8-2F56-9BD0E88C592B}"/>
              </a:ext>
            </a:extLst>
          </p:cNvPr>
          <p:cNvSpPr txBox="1"/>
          <p:nvPr/>
        </p:nvSpPr>
        <p:spPr>
          <a:xfrm>
            <a:off x="8579080" y="1188779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VDD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BC81E3B-51C6-CBC1-6CEC-08CBF361419D}"/>
              </a:ext>
            </a:extLst>
          </p:cNvPr>
          <p:cNvSpPr txBox="1"/>
          <p:nvPr/>
        </p:nvSpPr>
        <p:spPr>
          <a:xfrm>
            <a:off x="8579080" y="1515837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NOT_OUT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ED3CF82-0EA4-1FFC-392F-160E5D54ADF9}"/>
              </a:ext>
            </a:extLst>
          </p:cNvPr>
          <p:cNvSpPr txBox="1"/>
          <p:nvPr/>
        </p:nvSpPr>
        <p:spPr>
          <a:xfrm>
            <a:off x="8579080" y="1848675"/>
            <a:ext cx="9845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SWITCH_OUT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558954B-730E-7C99-B4AB-AAA30FCC0804}"/>
              </a:ext>
            </a:extLst>
          </p:cNvPr>
          <p:cNvSpPr txBox="1"/>
          <p:nvPr/>
        </p:nvSpPr>
        <p:spPr>
          <a:xfrm>
            <a:off x="8579080" y="2187319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2XOR_OUT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8952889-5347-03BE-2262-EB73C824CEC3}"/>
              </a:ext>
            </a:extLst>
          </p:cNvPr>
          <p:cNvSpPr txBox="1"/>
          <p:nvPr/>
        </p:nvSpPr>
        <p:spPr>
          <a:xfrm>
            <a:off x="8579080" y="2520157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4NOR_OUT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5C44FCE-51C5-7FE0-8D40-E8993F9C497F}"/>
              </a:ext>
            </a:extLst>
          </p:cNvPr>
          <p:cNvSpPr txBox="1"/>
          <p:nvPr/>
        </p:nvSpPr>
        <p:spPr>
          <a:xfrm>
            <a:off x="8579080" y="2847215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3NOR_OUT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E3A65B8-B714-2FDE-139D-6991BBC7A734}"/>
              </a:ext>
            </a:extLst>
          </p:cNvPr>
          <p:cNvSpPr txBox="1"/>
          <p:nvPr/>
        </p:nvSpPr>
        <p:spPr>
          <a:xfrm>
            <a:off x="8579080" y="3180053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2NOR_OUT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8B4B3CD-A614-D65D-B0D4-F76D9257D124}"/>
              </a:ext>
            </a:extLst>
          </p:cNvPr>
          <p:cNvSpPr txBox="1"/>
          <p:nvPr/>
        </p:nvSpPr>
        <p:spPr>
          <a:xfrm>
            <a:off x="8579080" y="3518677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4NAND_OUT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4884F4-4A06-14B0-7E45-BF35DCEE5A63}"/>
              </a:ext>
            </a:extLst>
          </p:cNvPr>
          <p:cNvSpPr txBox="1"/>
          <p:nvPr/>
        </p:nvSpPr>
        <p:spPr>
          <a:xfrm>
            <a:off x="8579080" y="3851515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2NAND_OUT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6B05290-0599-8265-7408-EEB63419674A}"/>
              </a:ext>
            </a:extLst>
          </p:cNvPr>
          <p:cNvSpPr txBox="1"/>
          <p:nvPr/>
        </p:nvSpPr>
        <p:spPr>
          <a:xfrm>
            <a:off x="8579080" y="4178573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3NAND_OUT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EEA6A4E-B471-DD74-72B5-427D85CC584C}"/>
              </a:ext>
            </a:extLst>
          </p:cNvPr>
          <p:cNvSpPr txBox="1"/>
          <p:nvPr/>
        </p:nvSpPr>
        <p:spPr>
          <a:xfrm>
            <a:off x="8579080" y="4511411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4BIT_SUB_COUT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C2CCBC-A3BB-6241-CC86-DB80E64D2A37}"/>
              </a:ext>
            </a:extLst>
          </p:cNvPr>
          <p:cNvSpPr txBox="1"/>
          <p:nvPr/>
        </p:nvSpPr>
        <p:spPr>
          <a:xfrm>
            <a:off x="8579080" y="4850055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4BIT_SUB_S3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ECC6A0D-8BB2-7A14-4069-63FD00D107E2}"/>
              </a:ext>
            </a:extLst>
          </p:cNvPr>
          <p:cNvSpPr txBox="1"/>
          <p:nvPr/>
        </p:nvSpPr>
        <p:spPr>
          <a:xfrm>
            <a:off x="8579080" y="5182893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4BIT_SUB_S2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78A8595-AF13-C476-5360-6456C2BCA14E}"/>
              </a:ext>
            </a:extLst>
          </p:cNvPr>
          <p:cNvSpPr txBox="1"/>
          <p:nvPr/>
        </p:nvSpPr>
        <p:spPr>
          <a:xfrm rot="16200000">
            <a:off x="3512518" y="112057"/>
            <a:ext cx="349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A0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A8CA3A2-5C03-0CC5-0AEE-8407A25BE730}"/>
              </a:ext>
            </a:extLst>
          </p:cNvPr>
          <p:cNvSpPr txBox="1"/>
          <p:nvPr/>
        </p:nvSpPr>
        <p:spPr>
          <a:xfrm rot="16200000">
            <a:off x="3648929" y="-87516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CS_VOUT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2F8C007-CCD3-9766-4835-FD21AA972AD0}"/>
              </a:ext>
            </a:extLst>
          </p:cNvPr>
          <p:cNvSpPr txBox="1"/>
          <p:nvPr/>
        </p:nvSpPr>
        <p:spPr>
          <a:xfrm rot="16200000">
            <a:off x="4181345" y="112057"/>
            <a:ext cx="349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A1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EEEF3B6-8487-E2AA-B159-E273B1CFF91B}"/>
              </a:ext>
            </a:extLst>
          </p:cNvPr>
          <p:cNvSpPr txBox="1"/>
          <p:nvPr/>
        </p:nvSpPr>
        <p:spPr>
          <a:xfrm rot="16200000">
            <a:off x="4222925" y="-182093"/>
            <a:ext cx="938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41MUX_OUT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C24AF73-D763-98C5-8641-3F56F5A7EDC3}"/>
              </a:ext>
            </a:extLst>
          </p:cNvPr>
          <p:cNvSpPr txBox="1"/>
          <p:nvPr/>
        </p:nvSpPr>
        <p:spPr>
          <a:xfrm rot="16200000">
            <a:off x="4425060" y="-315944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21MUX_SW_OUT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F135AFE-777F-A3B9-E5A5-E59D7880D0D6}"/>
              </a:ext>
            </a:extLst>
          </p:cNvPr>
          <p:cNvSpPr txBox="1"/>
          <p:nvPr/>
        </p:nvSpPr>
        <p:spPr>
          <a:xfrm rot="16200000">
            <a:off x="4989535" y="-84310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FA_COUT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F6630D0-FBC2-7631-1470-40D339D0F77E}"/>
              </a:ext>
            </a:extLst>
          </p:cNvPr>
          <p:cNvSpPr txBox="1"/>
          <p:nvPr/>
        </p:nvSpPr>
        <p:spPr>
          <a:xfrm rot="16200000">
            <a:off x="5399152" y="4656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FA_S0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5AA8527-11FB-06C1-5A37-F7E425722561}"/>
              </a:ext>
            </a:extLst>
          </p:cNvPr>
          <p:cNvSpPr txBox="1"/>
          <p:nvPr/>
        </p:nvSpPr>
        <p:spPr>
          <a:xfrm rot="16200000">
            <a:off x="5414538" y="-315944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41MUX_SW_OUT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60806D2-BEE9-7016-0C31-0F2B0D878C69}"/>
              </a:ext>
            </a:extLst>
          </p:cNvPr>
          <p:cNvSpPr txBox="1"/>
          <p:nvPr/>
        </p:nvSpPr>
        <p:spPr>
          <a:xfrm rot="16200000">
            <a:off x="5923709" y="-139614"/>
            <a:ext cx="853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DIFF_VOUT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D9555AD-F9E9-F590-77A3-E790E844AEEE}"/>
              </a:ext>
            </a:extLst>
          </p:cNvPr>
          <p:cNvSpPr txBox="1"/>
          <p:nvPr/>
        </p:nvSpPr>
        <p:spPr>
          <a:xfrm rot="16200000">
            <a:off x="6354019" y="-45037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REG_Q0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11AD951-FD20-9826-6DB2-A4531CA690A7}"/>
              </a:ext>
            </a:extLst>
          </p:cNvPr>
          <p:cNvSpPr txBox="1"/>
          <p:nvPr/>
        </p:nvSpPr>
        <p:spPr>
          <a:xfrm rot="16200000">
            <a:off x="6684096" y="-45037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REG_Q1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6103925-8030-0EDF-6EDF-841BA9E353A4}"/>
              </a:ext>
            </a:extLst>
          </p:cNvPr>
          <p:cNvSpPr txBox="1"/>
          <p:nvPr/>
        </p:nvSpPr>
        <p:spPr>
          <a:xfrm rot="16200000">
            <a:off x="7022845" y="-45037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REG_Q2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CEAF7C5-21D3-15B9-CF16-440743B46EA7}"/>
              </a:ext>
            </a:extLst>
          </p:cNvPr>
          <p:cNvSpPr txBox="1"/>
          <p:nvPr/>
        </p:nvSpPr>
        <p:spPr>
          <a:xfrm rot="16200000">
            <a:off x="7349779" y="-45037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REG_Q3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6979292-5190-D052-618A-35EBDFE2CF6B}"/>
              </a:ext>
            </a:extLst>
          </p:cNvPr>
          <p:cNvSpPr txBox="1"/>
          <p:nvPr/>
        </p:nvSpPr>
        <p:spPr>
          <a:xfrm rot="16200000">
            <a:off x="7584837" y="-142820"/>
            <a:ext cx="859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2MUX_OUT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0AAE6B51-9A24-B025-670F-929F21D96584}"/>
              </a:ext>
            </a:extLst>
          </p:cNvPr>
          <p:cNvSpPr/>
          <p:nvPr/>
        </p:nvSpPr>
        <p:spPr>
          <a:xfrm>
            <a:off x="3738880" y="1000953"/>
            <a:ext cx="18000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DE6633-8569-A197-ECCB-2778BECF87B5}"/>
              </a:ext>
            </a:extLst>
          </p:cNvPr>
          <p:cNvSpPr txBox="1"/>
          <p:nvPr/>
        </p:nvSpPr>
        <p:spPr>
          <a:xfrm rot="16200000">
            <a:off x="5149986" y="6286466"/>
            <a:ext cx="10807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161_MUX_OUT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E5AA3-4FF2-DC82-B2EC-1F475041B3E4}"/>
              </a:ext>
            </a:extLst>
          </p:cNvPr>
          <p:cNvSpPr txBox="1"/>
          <p:nvPr/>
        </p:nvSpPr>
        <p:spPr>
          <a:xfrm rot="16200000">
            <a:off x="5343194" y="6420317"/>
            <a:ext cx="1348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161_MUX_SW_OUT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46779-0BF6-3521-406D-F9993B904AD2}"/>
              </a:ext>
            </a:extLst>
          </p:cNvPr>
          <p:cNvSpPr txBox="1"/>
          <p:nvPr/>
        </p:nvSpPr>
        <p:spPr>
          <a:xfrm rot="16200000">
            <a:off x="5849161" y="6247192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81_MUX_OUT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ED472-CD45-73D1-4984-684D7FCCD91A}"/>
              </a:ext>
            </a:extLst>
          </p:cNvPr>
          <p:cNvSpPr txBox="1"/>
          <p:nvPr/>
        </p:nvSpPr>
        <p:spPr>
          <a:xfrm rot="16200000">
            <a:off x="6053932" y="6381043"/>
            <a:ext cx="1269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81_MUX_SW_OUT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11EC9-5F07-A946-F6AF-AF8BADCC5C21}"/>
              </a:ext>
            </a:extLst>
          </p:cNvPr>
          <p:cNvSpPr txBox="1"/>
          <p:nvPr/>
        </p:nvSpPr>
        <p:spPr>
          <a:xfrm rot="16200000">
            <a:off x="7527298" y="6241806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4BIT_SUB_S1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5642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147</Words>
  <Application>Microsoft Office PowerPoint</Application>
  <PresentationFormat>와이드스크린</PresentationFormat>
  <Paragraphs>57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나눔스퀘어 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SHIN</dc:creator>
  <cp:lastModifiedBy>Caleb SHIN</cp:lastModifiedBy>
  <cp:revision>6</cp:revision>
  <dcterms:created xsi:type="dcterms:W3CDTF">2025-07-28T02:21:10Z</dcterms:created>
  <dcterms:modified xsi:type="dcterms:W3CDTF">2025-08-07T12:26:21Z</dcterms:modified>
</cp:coreProperties>
</file>