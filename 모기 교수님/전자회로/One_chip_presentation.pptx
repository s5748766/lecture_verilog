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34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86" autoAdjust="0"/>
    <p:restoredTop sz="96336" autoAdjust="0"/>
  </p:normalViewPr>
  <p:slideViewPr>
    <p:cSldViewPr snapToGrid="0">
      <p:cViewPr>
        <p:scale>
          <a:sx n="100" d="100"/>
          <a:sy n="100" d="100"/>
        </p:scale>
        <p:origin x="1176" y="3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DD603C0-1697-3625-70DE-B2E09428FF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263675-FE04-2DE6-C8E1-9375A29FCA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B615B-2ED0-48D1-9811-66C119D780A7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681A21-57FE-0D4C-1B6D-BE499C1A81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0A8261-A487-9A78-B8C5-FEACB1CC6B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D1C27-D7CD-4532-8EFC-E1FBF6EF3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155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0CBDE-6DDD-4A00-AD2D-BCA4A4BD72E5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A8BE8-F0C1-431C-B868-776221064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82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A8BE8-F0C1-431C-B868-776221064CC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66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A8BE8-F0C1-431C-B868-776221064CC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2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67703-C554-114C-3D77-0C8EFA8E6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A4B463-BE56-737E-CC9E-7BCDE7383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97882D-61E4-1417-843B-85A135C0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687B7-DB87-42B0-B846-D5CC2FCFA88F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CF56EC-6A3F-842F-060A-A58E6B91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C1E8B3-2783-2A3A-0D20-E6176620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96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AA5E0E-7B25-4248-B9EC-FE05A8C35B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359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A4AC8-3691-E4D0-94DA-0D3E7A619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D79433-2073-AECD-4706-C82017B47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2ED77A-D328-A40B-B019-3D29B01AD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A435C-954C-4E3B-89D2-C6C41DC978CB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E25A6F-7FCE-A002-5123-042EFB95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46EE86C-326B-2694-8926-423BE6F6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96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AA5E0E-7B25-4248-B9EC-FE05A8C35B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359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94CB4-9B90-1CDE-56AE-4B094AC7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8AAD6D-B393-4177-871C-40AC88671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763AD-3968-3B35-AAA3-43443F862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4DBB-CD74-4F86-9B72-CEE94F0EC608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129F68-8BC7-864A-E727-D7856BE9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E280ABE-18B1-D692-B2C3-B37C3224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96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AA5E0E-7B25-4248-B9EC-FE05A8C35B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65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8C901-1940-0218-4C30-7DD6E147D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96DA81-F833-CBA0-B04B-08AF24126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F3672F-D103-07CE-B211-381BF080D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CCA364-45E5-0881-1800-CBB3B5F9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71F9-8557-4823-A36F-9CC27A3BC304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A926E8-EC39-27F5-9CD7-D482B1D05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0A51934-1243-D8BB-AC9E-E5042214E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96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AA5E0E-7B25-4248-B9EC-FE05A8C35B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147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D9843-FD5F-44D4-391F-F3E423CB0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1C6C24-3946-7DFA-DDF7-351ADA438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4BED0-82C8-AE70-D047-0C18F3232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2CD96C-A742-12CD-42F5-9D5F64E4A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7F098D-15B0-5186-6BF0-7C1E1C35E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01CF1B-E3FC-B437-21BE-81EEA72E7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08E2-9317-48CE-8A8E-A6530F296407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47BE24-E011-6751-8CB5-2BAE4D11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0189C7-A4F0-C37F-9A49-1C68D1844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15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C3FA5-1649-A1AF-C35A-88DFDD58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60C9EA-59CD-4CBB-C478-C192255E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7CD9-405D-415F-A762-F08EFEB8594E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88C08D-B65F-F8B6-392D-E42D98A6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5B214F-82E0-9EBC-2C8E-DB26D654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96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AA5E0E-7B25-4248-B9EC-FE05A8C35B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17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2C96348-42C5-A73A-A4BB-1A85B933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5924-F159-4FF3-9AFB-9BD102226A2A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5D066F-7B7B-76F8-41AB-A65208AC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DB91E1-B09E-48D1-8D14-E7F1F27D2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56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1B01A-5939-81BF-2555-02C682DD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4F476-488F-4084-FAF9-20B59E8AD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6FB963-C23A-96CF-2D91-0D2BCBBDC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F29166-B31F-AA00-519B-DB8C06A8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10BE-1605-447D-AB01-AEA434846170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8A10B0-FF24-D293-201D-285E6569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B97FA5-D167-FD8F-C2BC-989D6407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89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0BC3C-D70E-0A37-3135-3AB4DAA54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1F1607-5DD7-49D3-FC34-B6A133FC2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1B899E-0603-9552-DD42-50A8421AD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22B39-05F3-29BF-244A-47CE9E73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BAFF-C89F-4678-B7AC-0B105EB5F267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4891F3-5765-0FC4-A921-FB7A319DC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A50959-CC66-BD32-B375-2AFCFA3F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739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B8130-FA74-F0FC-C4D5-979F7F76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5CC71C-48FE-7B12-3B66-CEC1D6D6E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540F52-B48D-CBD4-FB4C-8082A1E6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56CC7-2613-4CD5-9CF5-A86C2AA15489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582220-5A4A-AAB4-FBBC-E1DAE8B4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92AB52-DE02-C3A4-AE3B-54E7A5EA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30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B1F15C-3605-87B8-142F-6B9BA7578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CFEE8-A624-0ABD-3B91-36ACFC954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D2186-B92C-1042-D73F-AF2E4AF6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4349-EC3A-4DC0-A5EB-D22C2CC49FC5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05ACB-0AC4-ABAC-7431-1E0DF34D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94D3F2-9422-BA8E-FE12-10A733CB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32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420468-4365-9E30-BB7C-B26457B7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DFA769-F9FA-DC71-4AAA-8E0E243E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A6229-B520-C990-12AD-44BEEB159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EC859-48ED-4792-BEB1-7FA4FA53726D}" type="datetime1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602C24-1AF9-BA08-4CCA-C8C29BFD8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688EA4-EC6C-38FC-E441-FEB33FD79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A5E0E-7B25-4248-B9EC-FE05A8C35B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88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49E860-8744-7781-112B-52D4E833B865}"/>
              </a:ext>
            </a:extLst>
          </p:cNvPr>
          <p:cNvSpPr txBox="1"/>
          <p:nvPr/>
        </p:nvSpPr>
        <p:spPr>
          <a:xfrm>
            <a:off x="1854046" y="1275181"/>
            <a:ext cx="417255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Cadence</a:t>
            </a:r>
          </a:p>
          <a:p>
            <a:r>
              <a:rPr lang="en-US" altLang="ko-KR" sz="3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PCB Design for CCS</a:t>
            </a:r>
            <a:endParaRPr lang="ko-KR" altLang="en-US" sz="35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93034A-C776-D9C9-4963-31DA42E1043B}"/>
              </a:ext>
            </a:extLst>
          </p:cNvPr>
          <p:cNvSpPr txBox="1"/>
          <p:nvPr/>
        </p:nvSpPr>
        <p:spPr>
          <a:xfrm>
            <a:off x="1921933" y="2598620"/>
            <a:ext cx="82910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One Chip Design</a:t>
            </a:r>
            <a:endParaRPr lang="ko-KR" altLang="en-US" sz="8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1BA22-B13B-33FF-CD69-D131FD66C436}"/>
              </a:ext>
            </a:extLst>
          </p:cNvPr>
          <p:cNvSpPr txBox="1"/>
          <p:nvPr/>
        </p:nvSpPr>
        <p:spPr>
          <a:xfrm>
            <a:off x="8429625" y="5245498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SHIN HONGMIN</a:t>
            </a:r>
            <a:endParaRPr lang="ko-KR" altLang="en-US" sz="24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85935E5-803D-81E6-228D-54F73E36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695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1158D-B258-98DB-F478-1C878150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8AB12E-643F-1FAF-9EF1-6618DA213B16}"/>
              </a:ext>
            </a:extLst>
          </p:cNvPr>
          <p:cNvSpPr txBox="1"/>
          <p:nvPr/>
        </p:nvSpPr>
        <p:spPr>
          <a:xfrm>
            <a:off x="436343" y="259977"/>
            <a:ext cx="6221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INDEX</a:t>
            </a:r>
            <a:endParaRPr lang="ko-KR" altLang="en-US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0A1A6-01F8-647F-0C80-20C6FA3ADD38}"/>
              </a:ext>
            </a:extLst>
          </p:cNvPr>
          <p:cNvSpPr txBox="1"/>
          <p:nvPr/>
        </p:nvSpPr>
        <p:spPr>
          <a:xfrm>
            <a:off x="436343" y="1843950"/>
            <a:ext cx="528599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Program &amp; Tool</a:t>
            </a:r>
          </a:p>
          <a:p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Design for ~~ Circuit</a:t>
            </a:r>
            <a:endParaRPr lang="en-US" altLang="ko-KR" sz="24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Procedure of PCB 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CA7EF72-CFB3-1AB8-540D-1ED44C481D0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32200">
            <a:off x="8489291" y="1232364"/>
            <a:ext cx="3516690" cy="3516690"/>
          </a:xfrm>
          <a:prstGeom prst="rect">
            <a:avLst/>
          </a:prstGeom>
        </p:spPr>
      </p:pic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BF5CA01-87FD-E95C-E929-2BC624F0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57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8BE9-8B30-9BAF-115B-8EE0050D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1E0151-6CAC-06B0-C9DE-723C46481D82}"/>
              </a:ext>
            </a:extLst>
          </p:cNvPr>
          <p:cNvSpPr txBox="1"/>
          <p:nvPr/>
        </p:nvSpPr>
        <p:spPr>
          <a:xfrm>
            <a:off x="391521" y="259977"/>
            <a:ext cx="8731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Program &amp; Tool</a:t>
            </a:r>
            <a:endParaRPr lang="ko-KR" altLang="en-US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A08C9-2AA7-2508-08C6-2E7E2820A70F}"/>
              </a:ext>
            </a:extLst>
          </p:cNvPr>
          <p:cNvSpPr txBox="1"/>
          <p:nvPr/>
        </p:nvSpPr>
        <p:spPr>
          <a:xfrm>
            <a:off x="490132" y="1843950"/>
            <a:ext cx="2245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Cadence</a:t>
            </a:r>
            <a:endParaRPr lang="ko-KR" altLang="en-US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8018871-F0CB-E586-651F-8FF9592C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908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C2C5-5E63-7385-5FA9-35DCE9E58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44D63-8CDC-AB1E-E783-35AD94E8B767}"/>
              </a:ext>
            </a:extLst>
          </p:cNvPr>
          <p:cNvSpPr txBox="1"/>
          <p:nvPr/>
        </p:nvSpPr>
        <p:spPr>
          <a:xfrm>
            <a:off x="373591" y="259977"/>
            <a:ext cx="11077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Design for ~~ Circuit</a:t>
            </a:r>
            <a:endParaRPr lang="ko-KR" altLang="en-US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B78A223-83EA-9AE8-3B91-E247B044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675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9D660-676F-47CE-18F4-4ED92BD3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09137E-86F3-666A-4756-6E7A565F6592}"/>
              </a:ext>
            </a:extLst>
          </p:cNvPr>
          <p:cNvSpPr txBox="1"/>
          <p:nvPr/>
        </p:nvSpPr>
        <p:spPr>
          <a:xfrm>
            <a:off x="382555" y="259977"/>
            <a:ext cx="11077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Procedure of PCB Design</a:t>
            </a:r>
            <a:endParaRPr lang="ko-KR" altLang="en-US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19A69A2-760A-D3B9-E5DF-2AE810B6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06D9E5-DEE9-7A6A-EA31-7EA744BBB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79" y="1343360"/>
            <a:ext cx="1839069" cy="532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0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7B2D1-BBA7-3EEC-80FB-D98C6E23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C5D6603F-69E3-5952-AA13-63F7AEF4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5E0E-7B25-4248-B9EC-FE05A8C35BA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672BB0-66D5-FBD7-E1B3-5FCE3895D4B4}"/>
              </a:ext>
            </a:extLst>
          </p:cNvPr>
          <p:cNvSpPr txBox="1"/>
          <p:nvPr/>
        </p:nvSpPr>
        <p:spPr>
          <a:xfrm>
            <a:off x="382555" y="259977"/>
            <a:ext cx="11077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Procedure of PCB Design</a:t>
            </a:r>
            <a:endParaRPr lang="ko-KR" altLang="en-US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561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F84F8F-0A13-8031-6FEB-F3AF37FA8A38}"/>
              </a:ext>
            </a:extLst>
          </p:cNvPr>
          <p:cNvSpPr txBox="1"/>
          <p:nvPr/>
        </p:nvSpPr>
        <p:spPr>
          <a:xfrm>
            <a:off x="436343" y="259977"/>
            <a:ext cx="11077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CONTACT</a:t>
            </a:r>
            <a:endParaRPr lang="ko-KR" altLang="en-US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026" name="Picture 2" descr="Email Icon PNGs for Free Download">
            <a:extLst>
              <a:ext uri="{FF2B5EF4-FFF2-40B4-BE49-F238E27FC236}">
                <a16:creationId xmlns:a16="http://schemas.microsoft.com/office/drawing/2014/main" id="{0F3DD629-FA48-CF92-A212-F42BFB0D1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598" y="2510997"/>
            <a:ext cx="1159529" cy="69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휴대 전화 변형 - 무료 도구 및기구개 아이콘">
            <a:extLst>
              <a:ext uri="{FF2B5EF4-FFF2-40B4-BE49-F238E27FC236}">
                <a16:creationId xmlns:a16="http://schemas.microsoft.com/office/drawing/2014/main" id="{ACD95545-C025-5A58-C204-03558073C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597" y="4287425"/>
            <a:ext cx="1159529" cy="115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DE17FA-4BB0-7441-3396-065AE48EB42F}"/>
              </a:ext>
            </a:extLst>
          </p:cNvPr>
          <p:cNvSpPr txBox="1"/>
          <p:nvPr/>
        </p:nvSpPr>
        <p:spPr>
          <a:xfrm>
            <a:off x="3053361" y="2504739"/>
            <a:ext cx="29081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E-mail</a:t>
            </a:r>
          </a:p>
          <a:p>
            <a:r>
              <a:rPr lang="en-US" altLang="ko-KR" sz="2000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s5748766@gmail.com</a:t>
            </a:r>
            <a:endParaRPr lang="ko-KR" altLang="en-US" sz="2000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2F766C-53BE-5B26-4ADA-19E9C7D31634}"/>
              </a:ext>
            </a:extLst>
          </p:cNvPr>
          <p:cNvSpPr txBox="1"/>
          <p:nvPr/>
        </p:nvSpPr>
        <p:spPr>
          <a:xfrm>
            <a:off x="3053361" y="4507744"/>
            <a:ext cx="26597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Phone</a:t>
            </a:r>
          </a:p>
          <a:p>
            <a:r>
              <a:rPr lang="en-US" altLang="ko-KR" sz="2000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+82 010-9603-8799</a:t>
            </a:r>
            <a:endParaRPr lang="ko-KR" altLang="en-US" sz="2000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657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5149</TotalTime>
  <Words>57</Words>
  <Application>Microsoft Office PowerPoint</Application>
  <PresentationFormat>와이드스크린</PresentationFormat>
  <Paragraphs>28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나눔스퀘어</vt:lpstr>
      <vt:lpstr>나눔스퀘어 Bold</vt:lpstr>
      <vt:lpstr>나눔스퀘어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SHIN</dc:creator>
  <cp:lastModifiedBy>Caleb SHIN</cp:lastModifiedBy>
  <cp:revision>36</cp:revision>
  <dcterms:created xsi:type="dcterms:W3CDTF">2025-07-18T02:49:11Z</dcterms:created>
  <dcterms:modified xsi:type="dcterms:W3CDTF">2025-08-23T02:49:09Z</dcterms:modified>
</cp:coreProperties>
</file>